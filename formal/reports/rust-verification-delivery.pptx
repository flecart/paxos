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delivery generalizes the existing Rust/Paxos pipeline. It is a local proof engineering tool, not an automatic verifier for arbitrary Rust. See ../rust/SPECIFICATIONS.md and delivery-report.md.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Engine: ../rust_verify.py. Elaboration: ../rust_spec.py. Generic logic: ../rmverify/lean/Specification.lean. Paxos compatibility is a data-only profile. Generality means supported extraction plus expressive Lean propositions, not complete automatic proof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file: ../rust/delivery/spec.toml. The module, predicates and proof are defined in verification/Protocol.lean. TOML does not translate English into logic. Invariants ignore temporal assumptions; eventuality is conditional on the named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Rust source is snapshotted. Hax 0.4.0 invokes Charon and Aeneas to generate Lean definitions. Handwritten adapters use extracted functions directly or prove refinement. The trusted compiler/extractor boundary is not itself verified. Lean 4.31.0 is used for Rust extraction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Paxos has four claims, delivery five and Pedersen five. Delivery includes a theorem disproving unconditional eventuality; the separate negative pipeline test returns refuted for that unconditional claim. Pedersen uses exact finite random-tape probabilities, not asymptotic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../rust/paxos/spec.json and verification/Protocol.lean. Safety: successful learner certificates agree over all reachable states. Liveness: eventual quorum choice, with enabled local handlers, under a stable responsive quorum and weak fairness. Authentic retained messages, globally unique ballots and serialized state are part of the model/runtime interface. No Byzantine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../rust/pedersen/README.md and verification/{Model,Security}.lean. Perfect hiding assumes a finite scalar field, uniform fresh randomness and a generator H. Binding derives a discrete logarithm from distinct accepted openings and transfers an explicit bound on that reduction’s success probability. BackendLaws are theorem premises. No concrete curve or RNG is verified. Background: https://arxiv.org/abs/1705.05897; its EasyCrypt proofs are not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Command: RMVERIFY_RUST_INTEGRATION=1 python3 -m unittest formal.test_rust_pipeline -v. Run completed 2026-09-18. Includes proof replay, ZIP and standalone Rust inputs, TOML/JSON validation, unsafe archive rejection and source mutations. Runtime is an observed local validation duration, not a performance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 records exact Lean statements, theorem names, assumptions, diagnostics and log paths. Standard allowed axioms are propext, Classical.choice and Quot.sound. Unsupported extraction and input/tool errors are separate statuses. Replay checks hashes and proofs but does not re-extract Rust or verify the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../rust/SPECIFICATIONS.md and ../skills/write-verification-spec/SKILL.md. The skill teaches invariants, conditional liveness, source refinement, vacuity checks, proof audit, mutation tests and reporting. It is repository-local and does not alter global agent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proposed follow-up scopes, not completed deliverables. General protocol composition and game-theory automation are not claimed. A hosted verifier also needs process isolation because Cargo build scripts and Lean metaprograms can execute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Quickstart: ../rust/SPECIFICATIONS.md. Agent skill: ../skills/write-verification-spec/SKILL.md. Detailed report and validation commands: delivery-report.md. Run commands from repository root. For installation use python3 formal/rust_verify.py --install. Source repository: https://github.com/Flecart/paxos/tree/formal/counter-lean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0D6C2"/>
                </a:solidFill>
                <a:latin typeface="Liberation Sans"/>
              </a:defRPr>
            </a:pPr>
            <a:r>
              <a:t>CLIENT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Liberation Sans"/>
              </a:defRPr>
            </a:pPr>
            <a:r>
              <a:t>From protocol code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Liberation Sans"/>
              </a:defRPr>
            </a:pPr>
            <a:r>
              <a:t>to checkable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45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7D4DE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0">
                <a:solidFill>
                  <a:srgbClr val="FFFFFF"/>
                </a:solidFill>
                <a:latin typeface="Liberation Sans"/>
              </a:defRPr>
            </a:pPr>
            <a:r>
              <a:t>One reusable Rust-to-Lean pipeline.</a:t>
            </a:r>
          </a:p>
          <a:p>
            <a:pPr>
              <a:spcAft>
                <a:spcPts val="800"/>
              </a:spcAft>
              <a:defRPr sz="2700" b="0">
                <a:solidFill>
                  <a:srgbClr val="FFFFFF"/>
                </a:solidFill>
                <a:latin typeface="Liberation Sans"/>
              </a:defRPr>
            </a:pPr>
            <a:r>
              <a:t>Readable claims. Explicit assumptions. Replayable proofs.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60D6C2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working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60D6C2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532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example claims checked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60D6C2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532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regression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EXECUTIVE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A general engine, demonstrated beyond Paxos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Adding a protocol now means adding its specification and proof adapter—not changing the driver.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Reusable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Rust library, source file or ZIP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One extraction and checking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Readable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Commented TOML or JSON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Preview meaning and 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Auditable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Exact propositions and logs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Proof replay with axiom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0468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7D72"/>
                </a:solidFill>
                <a:latin typeface="Liberation Sans"/>
              </a:defRPr>
            </a:pPr>
            <a:r>
              <a:t>Delivered: code, specifications, examples, documentation and an agent authoring skill.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AUTHORING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A small spec, with the assumption in plain 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Descriptions explain intent. Structured fields determine the exact Lean proposition.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6492240" cy="3474720"/>
          </a:xfrm>
          <a:prstGeom prst="roundRect">
            <a:avLst/>
          </a:prstGeom>
          <a:solidFill>
            <a:srgbClr val="13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788920"/>
            <a:ext cx="60807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[system]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module = "Delivery.module"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assumptions = ["Delivery.Fair"]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[[claims]]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name = "eventual_delivery"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kind = "eventually"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predicate = "Delivery.Done"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Liberation Mono"/>
              </a:defRPr>
            </a:pPr>
            <a:r>
              <a:t>proof = "Delivery.eventually_done"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65176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D72"/>
                </a:solidFill>
                <a:latin typeface="Liberation Sans"/>
              </a:defRPr>
            </a:pPr>
            <a:r>
              <a:t>1 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16382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Read the claim and its premises.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803904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D72"/>
                </a:solidFill>
                <a:latin typeface="Liberation Sans"/>
              </a:defRPr>
            </a:pPr>
            <a:r>
              <a:t>2 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315968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The crate finds its spec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98348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07D72"/>
                </a:solidFill>
                <a:latin typeface="Liberation Sans"/>
              </a:defRPr>
            </a:pPr>
            <a:r>
              <a:t>3  Inspect &amp;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495544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Review the theorem, logs and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The proof is connected to the submitted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A model theorem alone is not an implementation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26080"/>
            <a:ext cx="2048256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D72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63931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C40"/>
                </a:solidFill>
                <a:latin typeface="Liberation Sans"/>
              </a:defRPr>
            </a:pPr>
            <a:r>
              <a:t>Rust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2519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576"/>
                </a:solidFill>
                <a:latin typeface="Liberation Sans"/>
              </a:defRPr>
            </a:pPr>
            <a:r>
              <a:t>Owned protocol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926080"/>
            <a:ext cx="2048256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D7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63931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C40"/>
                </a:solidFill>
                <a:latin typeface="Liberation Sans"/>
              </a:defRPr>
            </a:pPr>
            <a:r>
              <a:t>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42519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576"/>
                </a:solidFill>
                <a:latin typeface="Liberation Sans"/>
              </a:defRPr>
            </a:pPr>
            <a:r>
              <a:t>Hax / Charon / Aeneas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2926080"/>
            <a:ext cx="2048256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D7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63931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C40"/>
                </a:solidFill>
                <a:latin typeface="Liberation Sans"/>
              </a:defRPr>
            </a:pPr>
            <a:r>
              <a:t>Lean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2519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576"/>
                </a:solidFill>
                <a:latin typeface="Liberation Sans"/>
              </a:defRPr>
            </a:pPr>
            <a:r>
              <a:t>Generated definitions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7496" y="2926080"/>
            <a:ext cx="2048256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D7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63931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C40"/>
                </a:solidFill>
                <a:latin typeface="Liberation Sans"/>
              </a:defRPr>
            </a:pPr>
            <a:r>
              <a:t>Proof adapter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2519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576"/>
                </a:solidFill>
                <a:latin typeface="Liberation Sans"/>
              </a:defRPr>
            </a:pPr>
            <a:r>
              <a:t>Semantics + contracts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2926080"/>
            <a:ext cx="2048256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D7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363931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C40"/>
                </a:solidFill>
                <a:latin typeface="Liberation Sans"/>
              </a:defRPr>
            </a:pPr>
            <a:r>
              <a:t>Kernel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42519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576"/>
                </a:solidFill>
                <a:latin typeface="Liberation Sans"/>
              </a:defRPr>
            </a:pPr>
            <a:r>
              <a:t>Theorem + axiom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Saved evidence: source snapshot + specification + generated Lean + proofs + logs + hashes.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Three examples exercise different kinds of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All use the same driver. The example claims are checked without a finite execution-length 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97480"/>
            <a:ext cx="10972800" cy="630936"/>
          </a:xfrm>
          <a:prstGeom prst="rect">
            <a:avLst/>
          </a:prstGeom>
          <a:solidFill>
            <a:srgbClr val="13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3464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834640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Checked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834640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What this demonstrates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383280"/>
            <a:ext cx="109728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52044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Paxos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520440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4 /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520440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Agreement, local progress, eventual choice, refinement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109728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0624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206240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5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206240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All temporal forms; why fairness is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754880"/>
            <a:ext cx="109728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92040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Pedersen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4892040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5 /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892040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Correctness, hiding, binding reduction and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3328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7D72"/>
                </a:solidFill>
                <a:latin typeface="Liberation Sans"/>
              </a:defRPr>
            </a:pPr>
            <a:r>
              <a:t>“Proved” applies to each precise proposition and its stated premises.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PAXOS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Paxos: agreement and conditional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Verified scope: the three-acceptor, single-decree Rust protocol 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51760"/>
            <a:ext cx="5376672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34640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47872"/>
            <a:ext cx="495604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Successful learner certificates agree.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No fairness premise weakens this invariant.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651760"/>
            <a:ext cx="5376672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65176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Conditional liveness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47872"/>
            <a:ext cx="495604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A stable, fair quorum eventually chooses.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Enabled local computations also succeed.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230368"/>
            <a:ext cx="10972800" cy="804672"/>
          </a:xfrm>
          <a:prstGeom prst="round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576"/>
                </a:solidFill>
                <a:latin typeface="Liberation Sans"/>
              </a:defRPr>
            </a:pPr>
            <a:r>
              <a:t>Outside the proof: sockets, recovery, leader election and eventual client receipt.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PEDERSEN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Pedersen: perfect hiding and a binding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The security theorems are linked to extracted generic Rust commitment and verification functions.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14600"/>
            <a:ext cx="10972800" cy="704088"/>
          </a:xfrm>
          <a:prstGeom prst="roundRect">
            <a:avLst/>
          </a:prstGeom>
          <a:solidFill>
            <a:srgbClr val="13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60904"/>
            <a:ext cx="104698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Liberation Sans"/>
              </a:defRPr>
            </a:pPr>
            <a:r>
              <a:t>C = m · G + r · 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38728"/>
            <a:ext cx="5376672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538728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216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Hiding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34840"/>
            <a:ext cx="495604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Any two messages give identical commitment distributions under uniform blinding.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538728"/>
            <a:ext cx="5376672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3538728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216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95604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Two accepted, distinct openings yield log_G(H); a hardness bound transfers to forgery.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E6400"/>
                </a:solidFill>
                <a:latin typeface="Liberation Sans"/>
              </a:defRPr>
            </a:pPr>
            <a:r>
              <a:t>Scope: algebraic scheme + backend contracts; no curve, RNG, constant-time or asymptotic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Proof failures are tested,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12 regression tests passed in 450.6 seconds on this workstation.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10972800" cy="484632"/>
          </a:xfrm>
          <a:prstGeom prst="rect">
            <a:avLst/>
          </a:prstGeom>
          <a:solidFill>
            <a:srgbClr val="13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968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Observed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44952"/>
            <a:ext cx="10972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8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Incorrect Paxos highest-ballot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7D72"/>
                </a:solidFill>
                <a:latin typeface="Liberation Sans"/>
              </a:defRPr>
            </a:pPr>
            <a:r>
              <a:t>Not proved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75304"/>
            <a:ext cx="10972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Paxos proposer always rejects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7D72"/>
                </a:solidFill>
                <a:latin typeface="Liberation Sans"/>
              </a:defRPr>
            </a:pPr>
            <a:r>
              <a:t>Unknown; liveness proof breaks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05656"/>
            <a:ext cx="10972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87952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Pedersen blinding replaced with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879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7D72"/>
                </a:solidFill>
                <a:latin typeface="Liberation Sans"/>
              </a:defRPr>
            </a:pPr>
            <a:r>
              <a:t>Unknown; refinement proof breaks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636008"/>
            <a:ext cx="10972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18304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Delivery without 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7183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7D72"/>
                </a:solidFill>
                <a:latin typeface="Liberation Sans"/>
              </a:defRPr>
            </a:pPr>
            <a:r>
              <a:t>Refuted, with a checked negation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166360"/>
            <a:ext cx="10972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48656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C40"/>
                </a:solidFill>
                <a:latin typeface="Liberation Sans"/>
              </a:defRPr>
            </a:pPr>
            <a:r>
              <a:t>A proof containing sorry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2486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7D72"/>
                </a:solidFill>
                <a:latin typeface="Liberation Sans"/>
              </a:defRPr>
            </a:pPr>
            <a:r>
              <a:t>Rejected by axiom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95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576"/>
                </a:solidFill>
                <a:latin typeface="Liberation Sans"/>
              </a:defRPr>
            </a:pPr>
            <a:r>
              <a:t>Rust unit tests passed; shared specification semantics compiled on Lean 4.31 and 4.32.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RESULT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A failed proof is not a counterexample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The engine reports evidence it actually established.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Lean checked the proposition and its transitive axioms.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REFUTED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Lean checked the negation of that exact proposition.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697480"/>
            <a:ext cx="50292" cy="2194560"/>
          </a:xfrm>
          <a:prstGeom prst="rect">
            <a:avLst/>
          </a:prstGeom>
          <a:solidFill>
            <a:srgbClr val="AE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AE6400"/>
                </a:solidFill>
                <a:latin typeface="Liberation Sans"/>
              </a:defRPr>
            </a:pPr>
            <a:r>
              <a:t>UNKNOWN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Neither proof was established, or a proof/build timed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6811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26576"/>
                </a:solidFill>
                <a:latin typeface="Liberation Sans"/>
              </a:defRPr>
            </a:pPr>
            <a:r>
              <a:t>Extraction failures and input/tooling errors are reported separately.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USABILITY AND MODULARITY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A clear division of work for people and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The interface removes repetitive claim syntax while keeping proof obligations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Protocol 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Write Rust and observable predicates.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Choose the property kind.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Proof author /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State environment assumptions.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Supply the adapter and lemmas.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697480"/>
            <a:ext cx="50292" cy="2194560"/>
          </a:xfrm>
          <a:prstGeom prst="rect">
            <a:avLst/>
          </a:prstGeom>
          <a:solidFill>
            <a:srgbClr val="00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880360"/>
            <a:ext cx="3099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D72"/>
                </a:solidFill>
                <a:latin typeface="Liberation Sans"/>
              </a:defRPr>
            </a:pPr>
            <a: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593592"/>
            <a:ext cx="309981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Extract, elaborate, check and audit.</a:t>
            </a:r>
          </a:p>
          <a:p>
            <a:pPr>
              <a:spcAft>
                <a:spcPts val="800"/>
              </a:spcAft>
              <a:defRPr sz="1900" b="0">
                <a:solidFill>
                  <a:srgbClr val="132C40"/>
                </a:solidFill>
                <a:latin typeface="Liberation Sans"/>
              </a:defRPr>
            </a:pPr>
            <a:r>
              <a:t>Save evidence for replay.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7D72"/>
                </a:solidFill>
                <a:latin typeface="Liberation Sans"/>
              </a:defRPr>
            </a:pPr>
            <a:r>
              <a:t>General Lean claims cover richer mathematics; automatic proof search remains deliberately limited.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7D72"/>
                </a:solidFill>
                <a:latin typeface="Liberation Sans"/>
              </a:defRPr>
            </a:pPr>
            <a:r>
              <a:t>NEXT DEPLOYMENT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32C40"/>
                </a:solidFill>
                <a:latin typeface="Liberation Sans"/>
              </a:defRPr>
            </a:pPr>
            <a:r>
              <a:t>Next: connect the verified core to a real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Recommended priorities for turning the verified core into a deployed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CCD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576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32C40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07D72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32C40"/>
                </a:solidFill>
                <a:latin typeface="Liberation Sans"/>
              </a:defRPr>
            </a:pPr>
            <a:r>
              <a:t>Connect one real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Prove the transport, ownership and recovery interface matches the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07D7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75887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32C40"/>
                </a:solidFill>
                <a:latin typeface="Liberation Sans"/>
              </a:defRPr>
            </a:pPr>
            <a:r>
              <a:t>Instantiate the cryptographic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78807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Discharge group-operation contracts; verify parameter handling and randomness.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4573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007D7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4573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32C40"/>
                </a:solidFill>
                <a:latin typeface="Liberation Sans"/>
              </a:defRPr>
            </a:pPr>
            <a:r>
              <a:t>Operationalize replay in 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248656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576"/>
                </a:solidFill>
                <a:latin typeface="Liberation Sans"/>
              </a:defRPr>
            </a:pPr>
            <a:r>
              <a:t>Pin toolchains, cache dependencies and retain proof evidence per revision.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0D6C2"/>
                </a:solidFill>
                <a:latin typeface="Liberation Sans"/>
              </a:defRPr>
            </a:pPr>
            <a:r>
              <a:t>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210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Liberation Sans"/>
              </a:defRPr>
            </a:pPr>
            <a:r>
              <a:t>Start with the delivery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45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7D4DE"/>
                </a:solidFill>
                <a:latin typeface="Liberation Sans"/>
              </a:defRPr>
            </a:pPr>
            <a:r>
              <a:t>RUST → LEAN  /  DELIVERY REVIEW  /  18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0D6C2"/>
                </a:solidFill>
                <a:latin typeface="Liberation Sans"/>
              </a:defRPr>
            </a:pPr>
            <a:r>
              <a:t>Preview → verify →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Liberation Mono"/>
              </a:defRPr>
            </a:pPr>
            <a:r>
              <a:t>python3 formal/rust_verify.py --explain-spec \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Liberation Mono"/>
              </a:defRPr>
            </a:pPr>
            <a:r>
              <a:t>  formal/rust/delivery/spec.toml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Liberation Mono"/>
              </a:defRPr>
            </a:pPr>
            <a:r>
              <a:t>python3 formal/rust_verify.py formal/rust/delivery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Liberation Mono"/>
              </a:defRPr>
            </a:pPr>
            <a:r>
              <a:t>python3 formal/rust_verify.py --recheck &lt;evidence-directory&gt;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C7D4DE"/>
                </a:solidFill>
                <a:latin typeface="Liberation Sans"/>
              </a:defRPr>
            </a:pPr>
            <a:r>
              <a:t>Read: formal/rust/SPECIFICATIONS.md</a:t>
            </a:r>
          </a:p>
          <a:p>
            <a:pPr>
              <a:spcAft>
                <a:spcPts val="800"/>
              </a:spcAft>
              <a:defRPr sz="1900" b="0">
                <a:solidFill>
                  <a:srgbClr val="C7D4DE"/>
                </a:solidFill>
                <a:latin typeface="Liberation Sans"/>
              </a:defRPr>
            </a:pPr>
            <a:r>
              <a:t>Agent guide: formal/skills/write-verification-spec/SKILL.md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to Lean — Verification Pipeline Delivery</dc:title>
  <dc:subject>Client delivery review: interface, proof results, validation and scope</dc:subject>
  <dc:creator>Verification engineering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